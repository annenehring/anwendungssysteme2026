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70" r:id="rId4"/>
    <p:sldId id="334" r:id="rId5"/>
    <p:sldId id="264" r:id="rId6"/>
    <p:sldId id="267" r:id="rId7"/>
    <p:sldId id="268" r:id="rId8"/>
    <p:sldId id="265" r:id="rId9"/>
    <p:sldId id="269" r:id="rId10"/>
    <p:sldId id="259" r:id="rId11"/>
    <p:sldId id="260" r:id="rId12"/>
    <p:sldId id="262" r:id="rId13"/>
    <p:sldId id="261" r:id="rId14"/>
    <p:sldId id="33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F880E-2D35-F24C-A150-107FD7F52550}" v="190" dt="2026-05-07T05:46:16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6"/>
    <p:restoredTop sz="94609"/>
  </p:normalViewPr>
  <p:slideViewPr>
    <p:cSldViewPr snapToGrid="0">
      <p:cViewPr varScale="1">
        <p:scale>
          <a:sx n="109" d="100"/>
          <a:sy n="10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567586-DDB7-489E-ABA2-D233054CA77A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2AA2CDB-0C0E-4104-83AA-D1ED9DACE51D}">
      <dgm:prSet/>
      <dgm:spPr/>
      <dgm:t>
        <a:bodyPr/>
        <a:lstStyle/>
        <a:p>
          <a:r>
            <a:rPr lang="en-US" dirty="0"/>
            <a:t>Reflection</a:t>
          </a:r>
        </a:p>
      </dgm:t>
    </dgm:pt>
    <dgm:pt modelId="{A1DF22BD-8C48-467B-B60C-711DBB0B9856}" type="parTrans" cxnId="{95A9765A-B769-43B1-82ED-82A0C4FB71D8}">
      <dgm:prSet/>
      <dgm:spPr/>
      <dgm:t>
        <a:bodyPr/>
        <a:lstStyle/>
        <a:p>
          <a:endParaRPr lang="en-US"/>
        </a:p>
      </dgm:t>
    </dgm:pt>
    <dgm:pt modelId="{D1FB9B7D-2912-4CBF-832F-19D9126B3E7A}" type="sibTrans" cxnId="{95A9765A-B769-43B1-82ED-82A0C4FB71D8}">
      <dgm:prSet/>
      <dgm:spPr/>
      <dgm:t>
        <a:bodyPr/>
        <a:lstStyle/>
        <a:p>
          <a:endParaRPr lang="en-US"/>
        </a:p>
      </dgm:t>
    </dgm:pt>
    <dgm:pt modelId="{1E9E2B6B-2746-4AF8-BA5F-68FE364EA22F}">
      <dgm:prSet/>
      <dgm:spPr/>
      <dgm:t>
        <a:bodyPr/>
        <a:lstStyle/>
        <a:p>
          <a:r>
            <a:rPr lang="en-US"/>
            <a:t>Meaven </a:t>
          </a:r>
        </a:p>
      </dgm:t>
    </dgm:pt>
    <dgm:pt modelId="{7BB589C3-3575-4B74-8F09-2158AB5222BB}" type="parTrans" cxnId="{A1DD562B-60AC-404C-93B1-A8D3EB1B5035}">
      <dgm:prSet/>
      <dgm:spPr/>
      <dgm:t>
        <a:bodyPr/>
        <a:lstStyle/>
        <a:p>
          <a:endParaRPr lang="en-US"/>
        </a:p>
      </dgm:t>
    </dgm:pt>
    <dgm:pt modelId="{DFDF18E8-57DC-4200-B716-0556921ECB87}" type="sibTrans" cxnId="{A1DD562B-60AC-404C-93B1-A8D3EB1B5035}">
      <dgm:prSet/>
      <dgm:spPr/>
      <dgm:t>
        <a:bodyPr/>
        <a:lstStyle/>
        <a:p>
          <a:endParaRPr lang="en-US"/>
        </a:p>
      </dgm:t>
    </dgm:pt>
    <dgm:pt modelId="{6AB1DFE3-49EA-49FC-A309-A453633E7B2A}">
      <dgm:prSet/>
      <dgm:spPr/>
      <dgm:t>
        <a:bodyPr/>
        <a:lstStyle/>
        <a:p>
          <a:r>
            <a:rPr lang="en-US"/>
            <a:t>Testing</a:t>
          </a:r>
        </a:p>
      </dgm:t>
    </dgm:pt>
    <dgm:pt modelId="{9DDA5BC7-1A24-45BD-AA53-A9C3F03BDF09}" type="parTrans" cxnId="{3CD9237D-D7A9-40C6-9077-31768852E311}">
      <dgm:prSet/>
      <dgm:spPr/>
      <dgm:t>
        <a:bodyPr/>
        <a:lstStyle/>
        <a:p>
          <a:endParaRPr lang="en-US"/>
        </a:p>
      </dgm:t>
    </dgm:pt>
    <dgm:pt modelId="{CACF12FA-1586-48CE-81B8-227CAC04941B}" type="sibTrans" cxnId="{3CD9237D-D7A9-40C6-9077-31768852E311}">
      <dgm:prSet/>
      <dgm:spPr/>
      <dgm:t>
        <a:bodyPr/>
        <a:lstStyle/>
        <a:p>
          <a:endParaRPr lang="en-US"/>
        </a:p>
      </dgm:t>
    </dgm:pt>
    <dgm:pt modelId="{86B2C1F1-A6C1-684C-8A11-D1120CE4945B}" type="pres">
      <dgm:prSet presAssocID="{F7567586-DDB7-489E-ABA2-D233054CA77A}" presName="linear" presStyleCnt="0">
        <dgm:presLayoutVars>
          <dgm:dir/>
          <dgm:animLvl val="lvl"/>
          <dgm:resizeHandles val="exact"/>
        </dgm:presLayoutVars>
      </dgm:prSet>
      <dgm:spPr/>
    </dgm:pt>
    <dgm:pt modelId="{2A2C611E-B7C4-E247-8867-EDC1A4C3FF70}" type="pres">
      <dgm:prSet presAssocID="{B2AA2CDB-0C0E-4104-83AA-D1ED9DACE51D}" presName="parentLin" presStyleCnt="0"/>
      <dgm:spPr/>
    </dgm:pt>
    <dgm:pt modelId="{02F1B472-A343-924B-BDC7-3708889782EF}" type="pres">
      <dgm:prSet presAssocID="{B2AA2CDB-0C0E-4104-83AA-D1ED9DACE51D}" presName="parentLeftMargin" presStyleLbl="node1" presStyleIdx="0" presStyleCnt="3"/>
      <dgm:spPr/>
    </dgm:pt>
    <dgm:pt modelId="{2F3E21A0-6B69-C74B-8979-FA97490EFA74}" type="pres">
      <dgm:prSet presAssocID="{B2AA2CDB-0C0E-4104-83AA-D1ED9DACE51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96D8C77-0207-964D-8E75-DA7930DFE6C8}" type="pres">
      <dgm:prSet presAssocID="{B2AA2CDB-0C0E-4104-83AA-D1ED9DACE51D}" presName="negativeSpace" presStyleCnt="0"/>
      <dgm:spPr/>
    </dgm:pt>
    <dgm:pt modelId="{99E69BC0-8399-F84A-8CBC-D8D2B37518EC}" type="pres">
      <dgm:prSet presAssocID="{B2AA2CDB-0C0E-4104-83AA-D1ED9DACE51D}" presName="childText" presStyleLbl="conFgAcc1" presStyleIdx="0" presStyleCnt="3">
        <dgm:presLayoutVars>
          <dgm:bulletEnabled val="1"/>
        </dgm:presLayoutVars>
      </dgm:prSet>
      <dgm:spPr/>
    </dgm:pt>
    <dgm:pt modelId="{BFD1EDBD-1E1B-6E4E-9ED8-AF7DC66D10C9}" type="pres">
      <dgm:prSet presAssocID="{D1FB9B7D-2912-4CBF-832F-19D9126B3E7A}" presName="spaceBetweenRectangles" presStyleCnt="0"/>
      <dgm:spPr/>
    </dgm:pt>
    <dgm:pt modelId="{773DE50F-3EAE-2B4A-9801-E3D144E7D345}" type="pres">
      <dgm:prSet presAssocID="{1E9E2B6B-2746-4AF8-BA5F-68FE364EA22F}" presName="parentLin" presStyleCnt="0"/>
      <dgm:spPr/>
    </dgm:pt>
    <dgm:pt modelId="{7970022D-0835-5348-A245-862B8A683031}" type="pres">
      <dgm:prSet presAssocID="{1E9E2B6B-2746-4AF8-BA5F-68FE364EA22F}" presName="parentLeftMargin" presStyleLbl="node1" presStyleIdx="0" presStyleCnt="3"/>
      <dgm:spPr/>
    </dgm:pt>
    <dgm:pt modelId="{41A8BD14-691B-CF43-944E-93A2A4AFA819}" type="pres">
      <dgm:prSet presAssocID="{1E9E2B6B-2746-4AF8-BA5F-68FE364EA2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04CB59-97A6-6A4C-A441-F74DA4C87AB4}" type="pres">
      <dgm:prSet presAssocID="{1E9E2B6B-2746-4AF8-BA5F-68FE364EA22F}" presName="negativeSpace" presStyleCnt="0"/>
      <dgm:spPr/>
    </dgm:pt>
    <dgm:pt modelId="{B277F481-98B2-D144-8AB9-85BA62E829BA}" type="pres">
      <dgm:prSet presAssocID="{1E9E2B6B-2746-4AF8-BA5F-68FE364EA22F}" presName="childText" presStyleLbl="conFgAcc1" presStyleIdx="1" presStyleCnt="3">
        <dgm:presLayoutVars>
          <dgm:bulletEnabled val="1"/>
        </dgm:presLayoutVars>
      </dgm:prSet>
      <dgm:spPr/>
    </dgm:pt>
    <dgm:pt modelId="{D838B613-833E-F644-B27B-A2F1C43F9888}" type="pres">
      <dgm:prSet presAssocID="{DFDF18E8-57DC-4200-B716-0556921ECB87}" presName="spaceBetweenRectangles" presStyleCnt="0"/>
      <dgm:spPr/>
    </dgm:pt>
    <dgm:pt modelId="{C98D9794-671B-464D-B1AA-B963447791C1}" type="pres">
      <dgm:prSet presAssocID="{6AB1DFE3-49EA-49FC-A309-A453633E7B2A}" presName="parentLin" presStyleCnt="0"/>
      <dgm:spPr/>
    </dgm:pt>
    <dgm:pt modelId="{90D5E2A5-DD46-AD4A-8A47-210C0C398DA6}" type="pres">
      <dgm:prSet presAssocID="{6AB1DFE3-49EA-49FC-A309-A453633E7B2A}" presName="parentLeftMargin" presStyleLbl="node1" presStyleIdx="1" presStyleCnt="3"/>
      <dgm:spPr/>
    </dgm:pt>
    <dgm:pt modelId="{A64C7C57-7FAC-124D-BECB-71565AF9F364}" type="pres">
      <dgm:prSet presAssocID="{6AB1DFE3-49EA-49FC-A309-A453633E7B2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8B5CF87-4BE0-2545-AD1F-14D7804E2AC6}" type="pres">
      <dgm:prSet presAssocID="{6AB1DFE3-49EA-49FC-A309-A453633E7B2A}" presName="negativeSpace" presStyleCnt="0"/>
      <dgm:spPr/>
    </dgm:pt>
    <dgm:pt modelId="{15760E87-1AF4-9247-84AF-F9FAE53D19B9}" type="pres">
      <dgm:prSet presAssocID="{6AB1DFE3-49EA-49FC-A309-A453633E7B2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1DD562B-60AC-404C-93B1-A8D3EB1B5035}" srcId="{F7567586-DDB7-489E-ABA2-D233054CA77A}" destId="{1E9E2B6B-2746-4AF8-BA5F-68FE364EA22F}" srcOrd="1" destOrd="0" parTransId="{7BB589C3-3575-4B74-8F09-2158AB5222BB}" sibTransId="{DFDF18E8-57DC-4200-B716-0556921ECB87}"/>
    <dgm:cxn modelId="{95A9765A-B769-43B1-82ED-82A0C4FB71D8}" srcId="{F7567586-DDB7-489E-ABA2-D233054CA77A}" destId="{B2AA2CDB-0C0E-4104-83AA-D1ED9DACE51D}" srcOrd="0" destOrd="0" parTransId="{A1DF22BD-8C48-467B-B60C-711DBB0B9856}" sibTransId="{D1FB9B7D-2912-4CBF-832F-19D9126B3E7A}"/>
    <dgm:cxn modelId="{3CD9237D-D7A9-40C6-9077-31768852E311}" srcId="{F7567586-DDB7-489E-ABA2-D233054CA77A}" destId="{6AB1DFE3-49EA-49FC-A309-A453633E7B2A}" srcOrd="2" destOrd="0" parTransId="{9DDA5BC7-1A24-45BD-AA53-A9C3F03BDF09}" sibTransId="{CACF12FA-1586-48CE-81B8-227CAC04941B}"/>
    <dgm:cxn modelId="{021C679E-5A07-4544-B36D-3285C9285F2A}" type="presOf" srcId="{1E9E2B6B-2746-4AF8-BA5F-68FE364EA22F}" destId="{41A8BD14-691B-CF43-944E-93A2A4AFA819}" srcOrd="1" destOrd="0" presId="urn:microsoft.com/office/officeart/2005/8/layout/list1"/>
    <dgm:cxn modelId="{738E21A0-C967-0747-B519-D66EB4AF2824}" type="presOf" srcId="{B2AA2CDB-0C0E-4104-83AA-D1ED9DACE51D}" destId="{02F1B472-A343-924B-BDC7-3708889782EF}" srcOrd="0" destOrd="0" presId="urn:microsoft.com/office/officeart/2005/8/layout/list1"/>
    <dgm:cxn modelId="{CA319CA6-4D08-C64C-80DF-EB664DC1EB09}" type="presOf" srcId="{6AB1DFE3-49EA-49FC-A309-A453633E7B2A}" destId="{90D5E2A5-DD46-AD4A-8A47-210C0C398DA6}" srcOrd="0" destOrd="0" presId="urn:microsoft.com/office/officeart/2005/8/layout/list1"/>
    <dgm:cxn modelId="{61BA42DA-3292-844C-8CD1-7768D7B4A9AB}" type="presOf" srcId="{1E9E2B6B-2746-4AF8-BA5F-68FE364EA22F}" destId="{7970022D-0835-5348-A245-862B8A683031}" srcOrd="0" destOrd="0" presId="urn:microsoft.com/office/officeart/2005/8/layout/list1"/>
    <dgm:cxn modelId="{6DC577DF-771B-7F41-951B-6E375D65B19D}" type="presOf" srcId="{F7567586-DDB7-489E-ABA2-D233054CA77A}" destId="{86B2C1F1-A6C1-684C-8A11-D1120CE4945B}" srcOrd="0" destOrd="0" presId="urn:microsoft.com/office/officeart/2005/8/layout/list1"/>
    <dgm:cxn modelId="{D3DDDAE9-4BAD-8F40-B0D3-8F8CF2EEFA88}" type="presOf" srcId="{6AB1DFE3-49EA-49FC-A309-A453633E7B2A}" destId="{A64C7C57-7FAC-124D-BECB-71565AF9F364}" srcOrd="1" destOrd="0" presId="urn:microsoft.com/office/officeart/2005/8/layout/list1"/>
    <dgm:cxn modelId="{775C44EE-5FD9-EC41-BB11-8D2AC719640F}" type="presOf" srcId="{B2AA2CDB-0C0E-4104-83AA-D1ED9DACE51D}" destId="{2F3E21A0-6B69-C74B-8979-FA97490EFA74}" srcOrd="1" destOrd="0" presId="urn:microsoft.com/office/officeart/2005/8/layout/list1"/>
    <dgm:cxn modelId="{84F51810-8283-B648-BFD0-D8AC6E2127B7}" type="presParOf" srcId="{86B2C1F1-A6C1-684C-8A11-D1120CE4945B}" destId="{2A2C611E-B7C4-E247-8867-EDC1A4C3FF70}" srcOrd="0" destOrd="0" presId="urn:microsoft.com/office/officeart/2005/8/layout/list1"/>
    <dgm:cxn modelId="{7A34D7AD-F023-F747-BF7C-C129B881D5C9}" type="presParOf" srcId="{2A2C611E-B7C4-E247-8867-EDC1A4C3FF70}" destId="{02F1B472-A343-924B-BDC7-3708889782EF}" srcOrd="0" destOrd="0" presId="urn:microsoft.com/office/officeart/2005/8/layout/list1"/>
    <dgm:cxn modelId="{E19FF2A7-E5FF-8F49-B102-53E57CB3D95A}" type="presParOf" srcId="{2A2C611E-B7C4-E247-8867-EDC1A4C3FF70}" destId="{2F3E21A0-6B69-C74B-8979-FA97490EFA74}" srcOrd="1" destOrd="0" presId="urn:microsoft.com/office/officeart/2005/8/layout/list1"/>
    <dgm:cxn modelId="{6AE9AB6F-662B-6A43-B306-2B0004E90F7C}" type="presParOf" srcId="{86B2C1F1-A6C1-684C-8A11-D1120CE4945B}" destId="{596D8C77-0207-964D-8E75-DA7930DFE6C8}" srcOrd="1" destOrd="0" presId="urn:microsoft.com/office/officeart/2005/8/layout/list1"/>
    <dgm:cxn modelId="{84943D55-877F-1949-A58F-DEC1DCC5F471}" type="presParOf" srcId="{86B2C1F1-A6C1-684C-8A11-D1120CE4945B}" destId="{99E69BC0-8399-F84A-8CBC-D8D2B37518EC}" srcOrd="2" destOrd="0" presId="urn:microsoft.com/office/officeart/2005/8/layout/list1"/>
    <dgm:cxn modelId="{0E8CDDD3-4402-C246-BF8F-B074C87DDF1D}" type="presParOf" srcId="{86B2C1F1-A6C1-684C-8A11-D1120CE4945B}" destId="{BFD1EDBD-1E1B-6E4E-9ED8-AF7DC66D10C9}" srcOrd="3" destOrd="0" presId="urn:microsoft.com/office/officeart/2005/8/layout/list1"/>
    <dgm:cxn modelId="{782092CB-F38E-C24C-B1BF-B74C7CD2B210}" type="presParOf" srcId="{86B2C1F1-A6C1-684C-8A11-D1120CE4945B}" destId="{773DE50F-3EAE-2B4A-9801-E3D144E7D345}" srcOrd="4" destOrd="0" presId="urn:microsoft.com/office/officeart/2005/8/layout/list1"/>
    <dgm:cxn modelId="{7D75BC88-128C-6E41-8141-BD2162A0DD40}" type="presParOf" srcId="{773DE50F-3EAE-2B4A-9801-E3D144E7D345}" destId="{7970022D-0835-5348-A245-862B8A683031}" srcOrd="0" destOrd="0" presId="urn:microsoft.com/office/officeart/2005/8/layout/list1"/>
    <dgm:cxn modelId="{19A6841E-45D7-7842-BC57-BC423AF04B52}" type="presParOf" srcId="{773DE50F-3EAE-2B4A-9801-E3D144E7D345}" destId="{41A8BD14-691B-CF43-944E-93A2A4AFA819}" srcOrd="1" destOrd="0" presId="urn:microsoft.com/office/officeart/2005/8/layout/list1"/>
    <dgm:cxn modelId="{EAB5CD36-1F6F-8E47-82E8-0379BD9DADC8}" type="presParOf" srcId="{86B2C1F1-A6C1-684C-8A11-D1120CE4945B}" destId="{D304CB59-97A6-6A4C-A441-F74DA4C87AB4}" srcOrd="5" destOrd="0" presId="urn:microsoft.com/office/officeart/2005/8/layout/list1"/>
    <dgm:cxn modelId="{A0917CBA-0460-9F4A-9EF7-ACCBBDDCF3FA}" type="presParOf" srcId="{86B2C1F1-A6C1-684C-8A11-D1120CE4945B}" destId="{B277F481-98B2-D144-8AB9-85BA62E829BA}" srcOrd="6" destOrd="0" presId="urn:microsoft.com/office/officeart/2005/8/layout/list1"/>
    <dgm:cxn modelId="{D012ED93-8C08-A64D-967D-1ECCF76D8E54}" type="presParOf" srcId="{86B2C1F1-A6C1-684C-8A11-D1120CE4945B}" destId="{D838B613-833E-F644-B27B-A2F1C43F9888}" srcOrd="7" destOrd="0" presId="urn:microsoft.com/office/officeart/2005/8/layout/list1"/>
    <dgm:cxn modelId="{BF07EE24-7F40-E844-8368-E3193AAF461D}" type="presParOf" srcId="{86B2C1F1-A6C1-684C-8A11-D1120CE4945B}" destId="{C98D9794-671B-464D-B1AA-B963447791C1}" srcOrd="8" destOrd="0" presId="urn:microsoft.com/office/officeart/2005/8/layout/list1"/>
    <dgm:cxn modelId="{7BC7288F-B64D-4A46-B228-67D83FBB7E48}" type="presParOf" srcId="{C98D9794-671B-464D-B1AA-B963447791C1}" destId="{90D5E2A5-DD46-AD4A-8A47-210C0C398DA6}" srcOrd="0" destOrd="0" presId="urn:microsoft.com/office/officeart/2005/8/layout/list1"/>
    <dgm:cxn modelId="{932F59F2-9BEF-8C46-B8D7-D4A09920DDA7}" type="presParOf" srcId="{C98D9794-671B-464D-B1AA-B963447791C1}" destId="{A64C7C57-7FAC-124D-BECB-71565AF9F364}" srcOrd="1" destOrd="0" presId="urn:microsoft.com/office/officeart/2005/8/layout/list1"/>
    <dgm:cxn modelId="{884B45F6-65FE-B64D-8E3E-78B788246668}" type="presParOf" srcId="{86B2C1F1-A6C1-684C-8A11-D1120CE4945B}" destId="{C8B5CF87-4BE0-2545-AD1F-14D7804E2AC6}" srcOrd="9" destOrd="0" presId="urn:microsoft.com/office/officeart/2005/8/layout/list1"/>
    <dgm:cxn modelId="{F27CA51C-C362-634E-A765-FF48C584B521}" type="presParOf" srcId="{86B2C1F1-A6C1-684C-8A11-D1120CE4945B}" destId="{15760E87-1AF4-9247-84AF-F9FAE53D19B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E69BC0-8399-F84A-8CBC-D8D2B37518EC}">
      <dsp:nvSpPr>
        <dsp:cNvPr id="0" name=""/>
        <dsp:cNvSpPr/>
      </dsp:nvSpPr>
      <dsp:spPr>
        <a:xfrm>
          <a:off x="0" y="653180"/>
          <a:ext cx="6666833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E21A0-6B69-C74B-8979-FA97490EFA74}">
      <dsp:nvSpPr>
        <dsp:cNvPr id="0" name=""/>
        <dsp:cNvSpPr/>
      </dsp:nvSpPr>
      <dsp:spPr>
        <a:xfrm>
          <a:off x="333341" y="48020"/>
          <a:ext cx="4666783" cy="1210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Reflection</a:t>
          </a:r>
        </a:p>
      </dsp:txBody>
      <dsp:txXfrm>
        <a:off x="392424" y="107103"/>
        <a:ext cx="4548617" cy="1092154"/>
      </dsp:txXfrm>
    </dsp:sp>
    <dsp:sp modelId="{B277F481-98B2-D144-8AB9-85BA62E829BA}">
      <dsp:nvSpPr>
        <dsp:cNvPr id="0" name=""/>
        <dsp:cNvSpPr/>
      </dsp:nvSpPr>
      <dsp:spPr>
        <a:xfrm>
          <a:off x="0" y="2512940"/>
          <a:ext cx="6666833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A8BD14-691B-CF43-944E-93A2A4AFA819}">
      <dsp:nvSpPr>
        <dsp:cNvPr id="0" name=""/>
        <dsp:cNvSpPr/>
      </dsp:nvSpPr>
      <dsp:spPr>
        <a:xfrm>
          <a:off x="333341" y="1907780"/>
          <a:ext cx="4666783" cy="121032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Meaven </a:t>
          </a:r>
        </a:p>
      </dsp:txBody>
      <dsp:txXfrm>
        <a:off x="392424" y="1966863"/>
        <a:ext cx="4548617" cy="1092154"/>
      </dsp:txXfrm>
    </dsp:sp>
    <dsp:sp modelId="{15760E87-1AF4-9247-84AF-F9FAE53D19B9}">
      <dsp:nvSpPr>
        <dsp:cNvPr id="0" name=""/>
        <dsp:cNvSpPr/>
      </dsp:nvSpPr>
      <dsp:spPr>
        <a:xfrm>
          <a:off x="0" y="4372700"/>
          <a:ext cx="6666833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C7C57-7FAC-124D-BECB-71565AF9F364}">
      <dsp:nvSpPr>
        <dsp:cNvPr id="0" name=""/>
        <dsp:cNvSpPr/>
      </dsp:nvSpPr>
      <dsp:spPr>
        <a:xfrm>
          <a:off x="333341" y="3767540"/>
          <a:ext cx="4666783" cy="12103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Testing</a:t>
          </a:r>
        </a:p>
      </dsp:txBody>
      <dsp:txXfrm>
        <a:off x="392424" y="3826623"/>
        <a:ext cx="4548617" cy="1092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0677F-BA77-E172-7E3C-5899EBF96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68A60-CDD0-411A-D477-CCE485437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76573-C805-D05B-B270-7D2E0FBF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250C4-53C0-13F5-6C24-78A43992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00729-8664-6D4C-FE0D-FA18921D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9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45BB-A3D8-8E18-8B80-56734E51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AEAC-2CFC-28DE-8810-DD7971FE6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907C7-7D5D-A2E4-C398-124F4635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9E2D8-8F60-3D2B-C39E-D57EB2C8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C8F4D-AAD6-8C88-452F-ECBD71AC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B2A8-6B06-114C-4347-46B19EAC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F29C9-D786-FB80-4AF7-3589EDA3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4F4F3-CE90-82BA-524B-9885B786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DC80A-58ED-2131-80E2-6757819A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AE9C7-F8FE-F24A-BFE8-43F5683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4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9763-1B64-5790-01D2-C7363201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1DBD8-F530-6E75-1D7F-F507903BE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3670A-96D3-C09F-76A8-EFA46A2D6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89A2E-9199-B1C3-1EFF-5CE32F10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B43EA-B978-EF21-CC05-65B4CAAE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A005-AF59-5BBB-0258-40D9BEDD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6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01F9-54D6-CEB8-01C5-8AECA162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BAC12-9224-29AF-BE18-5F21C12D1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8082B-0A27-F64E-C485-93FFD4195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4C992-D1E9-8175-E2F3-26996BE76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0FC46-F28D-0AB6-28A2-C820BA392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2E7996-38C0-071D-AE76-40FBCFC5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0FEC3F-C0B9-4A7A-18A3-953900A9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B060BF-B2E3-793B-07DE-2E8D169B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9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568C-A470-9803-2F6F-CA813AAB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EAB1A-6513-DBE8-97EF-C4273B2F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090EE-9435-F975-FDDD-0E08656F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C4744-A53C-3E8A-0503-38D8407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3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C51FE-8CBA-2DC6-8A3E-372366E1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7D872-A9AB-41D1-61E4-6E3CB19C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77E78-382B-7977-5B2E-F5A74FCB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9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2275-53A3-FB61-C803-41FCA51B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E8FD6-A96D-C1FC-DB5F-6CB6AE62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F5249-C65D-F02F-4CF3-3C83A5481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16F24-7C7E-5301-EBCB-300075468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AF7F3-2777-351B-95CD-59D40401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82BBD-83CA-BC8D-2967-986A8F3F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8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C1AE-6C3B-2385-3A0E-2ECE9EB1A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D7F1B-C533-7791-EECD-AC13614DF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40DD4-A050-924F-6004-B78DEC79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E3722-0EE1-61FB-D2B4-57BBF25A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D5379-50CB-CEA1-9B34-E78EC108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368E9-AE97-1377-40D6-720181FE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4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FB44-257F-41B0-D026-622185C6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3A923-521C-0F6F-1B2D-CB1BE2AAF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F6EE0-D340-2F21-8A70-FC8219CB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A9CD1-EF71-8A86-1D53-DADDEC851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6063-9427-B387-924C-25CAA291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45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ED7C1-6355-ADEF-1013-844361ACB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19892-27E8-5579-973D-F617433D0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3ED1E-C388-F962-A647-88EF1600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509EF-346C-8476-26BB-088EB318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3C850-03B7-E5C3-589F-D16EDF05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4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944F8-280D-BB4B-B3FC-3EAF4BD7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8D7E3-C066-861B-81BB-4BB4AAF2F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A7DF4-BF5C-7F6C-F515-BC36A3472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81D0B-8F19-DF4C-9532-5D05337B3B6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2ACFC-06E5-7D8E-82FA-B86A88700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8FD70-1189-F93D-0A30-65A52F21A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07868-1E0D-3F4F-AB53-18DD029F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0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vnrepository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F3125-4D6C-A1D8-4FA0-AC9757D32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Anwendungssysteme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B2398-A0B3-BFFE-C55B-85AF6498D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346321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DFB10-FA0C-A709-4C5D-394BF799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TODO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BE2633-D879-44DA-B1CE-FDA9F023A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3605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926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B7990-ECD1-BAEE-ED3B-D1AE0024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Aufgabe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zu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1F17-765E-150F-BC3E-F42708C43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öffnet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Vorlesungsfolien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01 S. 26 - 28</a:t>
            </a:r>
          </a:p>
        </p:txBody>
      </p:sp>
    </p:spTree>
    <p:extLst>
      <p:ext uri="{BB962C8B-B14F-4D97-AF65-F5344CB8AC3E}">
        <p14:creationId xmlns:p14="http://schemas.microsoft.com/office/powerpoint/2010/main" val="107408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0D62-4F8D-D3D8-64D3-8F68EF0F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35E9D5-B872-74C6-A68D-BA8CD0CAF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5"/>
            <a:ext cx="6453467" cy="57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2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EBB2B-9DF5-D6F6-A0C7-ADFD22BFF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Maven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47FFA-1877-10B5-927B-EB4232050527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Build tool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Verwaltet</a:t>
            </a:r>
            <a:r>
              <a:rPr lang="en-US" sz="2000" dirty="0"/>
              <a:t> </a:t>
            </a:r>
            <a:r>
              <a:rPr lang="en-US" sz="2000" dirty="0" err="1"/>
              <a:t>Abhängigkeiten</a:t>
            </a:r>
            <a:r>
              <a:rPr lang="en-US" sz="2000" dirty="0"/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Erzwingt</a:t>
            </a:r>
            <a:r>
              <a:rPr lang="en-US" sz="2000" dirty="0"/>
              <a:t> </a:t>
            </a:r>
            <a:r>
              <a:rPr lang="en-US" sz="2000" dirty="0" err="1"/>
              <a:t>Projektstruktur</a:t>
            </a:r>
            <a:r>
              <a:rPr lang="en-US" sz="2000" dirty="0"/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Ohne Maven </a:t>
            </a:r>
            <a:r>
              <a:rPr lang="en-US" sz="2000" dirty="0" err="1"/>
              <a:t>kein</a:t>
            </a:r>
            <a:r>
              <a:rPr lang="en-US" sz="2000" dirty="0"/>
              <a:t> </a:t>
            </a:r>
            <a:r>
              <a:rPr lang="en-US" sz="2000" dirty="0" err="1"/>
              <a:t>einheitlichen</a:t>
            </a:r>
            <a:r>
              <a:rPr lang="en-US" sz="2000" dirty="0"/>
              <a:t> Build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Lädt</a:t>
            </a:r>
            <a:r>
              <a:rPr lang="en-US" sz="2000" dirty="0"/>
              <a:t> Dependencies </a:t>
            </a:r>
            <a:r>
              <a:rPr lang="en-US" sz="2000" dirty="0" err="1"/>
              <a:t>automatisch</a:t>
            </a:r>
            <a:r>
              <a:rPr lang="en-US" sz="2000" dirty="0"/>
              <a:t>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E00EC-A742-74FB-7ABF-EA0F9ED42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3257" y="909081"/>
            <a:ext cx="3955949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C1FD4-61BB-3837-49D3-29881B1F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POM.xml (Herzstück)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45E01-A2E5-41BA-9C6A-EC53EB2153FF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7030A0"/>
                </a:solidFill>
              </a:rPr>
              <a:t>&lt;</a:t>
            </a:r>
            <a:r>
              <a:rPr lang="en-US" sz="2000" dirty="0" err="1">
                <a:solidFill>
                  <a:srgbClr val="7030A0"/>
                </a:solidFill>
              </a:rPr>
              <a:t>groupId</a:t>
            </a:r>
            <a:r>
              <a:rPr lang="en-US" sz="2000" dirty="0">
                <a:solidFill>
                  <a:srgbClr val="7030A0"/>
                </a:solidFill>
              </a:rPr>
              <a:t>&gt;</a:t>
            </a:r>
            <a:r>
              <a:rPr lang="en-US" sz="2000" dirty="0" err="1"/>
              <a:t>com.example</a:t>
            </a:r>
            <a:r>
              <a:rPr lang="en-US" sz="2000" dirty="0">
                <a:solidFill>
                  <a:srgbClr val="7030A0"/>
                </a:solidFill>
              </a:rPr>
              <a:t>&lt;/</a:t>
            </a:r>
            <a:r>
              <a:rPr lang="en-US" sz="2000" dirty="0" err="1">
                <a:solidFill>
                  <a:srgbClr val="7030A0"/>
                </a:solidFill>
              </a:rPr>
              <a:t>groupId</a:t>
            </a:r>
            <a:r>
              <a:rPr lang="en-US" sz="2000" dirty="0">
                <a:solidFill>
                  <a:srgbClr val="7030A0"/>
                </a:solidFill>
              </a:rPr>
              <a:t>&gt; </a:t>
            </a:r>
          </a:p>
          <a:p>
            <a:r>
              <a:rPr lang="en-US" sz="2000" dirty="0">
                <a:solidFill>
                  <a:schemeClr val="accent3"/>
                </a:solidFill>
              </a:rPr>
              <a:t>-&gt; (</a:t>
            </a:r>
            <a:r>
              <a:rPr lang="en-US" sz="2000" dirty="0" err="1">
                <a:solidFill>
                  <a:schemeClr val="accent3"/>
                </a:solidFill>
              </a:rPr>
              <a:t>zu</a:t>
            </a:r>
            <a:r>
              <a:rPr lang="en-US" sz="2000" dirty="0">
                <a:solidFill>
                  <a:schemeClr val="accent3"/>
                </a:solidFill>
              </a:rPr>
              <a:t> Welcher </a:t>
            </a:r>
            <a:r>
              <a:rPr lang="en-US" sz="2000" dirty="0" err="1">
                <a:solidFill>
                  <a:schemeClr val="accent3"/>
                </a:solidFill>
              </a:rPr>
              <a:t>Organisation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gehört</a:t>
            </a:r>
            <a:r>
              <a:rPr lang="en-US" sz="2000" dirty="0">
                <a:solidFill>
                  <a:schemeClr val="accent3"/>
                </a:solidFill>
              </a:rPr>
              <a:t> Projekt, </a:t>
            </a:r>
            <a:r>
              <a:rPr lang="en-US" sz="2000" dirty="0" err="1">
                <a:solidFill>
                  <a:schemeClr val="accent3"/>
                </a:solidFill>
              </a:rPr>
              <a:t>z.b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 err="1">
                <a:solidFill>
                  <a:schemeClr val="accent3"/>
                </a:solidFill>
              </a:rPr>
              <a:t>org.springframework</a:t>
            </a:r>
            <a:r>
              <a:rPr lang="en-US" sz="2000" dirty="0">
                <a:solidFill>
                  <a:schemeClr val="accent3"/>
                </a:solidFill>
              </a:rPr>
              <a:t>) </a:t>
            </a:r>
          </a:p>
          <a:p>
            <a:r>
              <a:rPr lang="en-US" sz="2000" dirty="0">
                <a:solidFill>
                  <a:srgbClr val="7030A0"/>
                </a:solidFill>
              </a:rPr>
              <a:t>&lt;</a:t>
            </a:r>
            <a:r>
              <a:rPr lang="en-US" sz="2000" dirty="0" err="1">
                <a:solidFill>
                  <a:srgbClr val="7030A0"/>
                </a:solidFill>
              </a:rPr>
              <a:t>artifactId</a:t>
            </a:r>
            <a:r>
              <a:rPr lang="en-US" sz="2000" dirty="0">
                <a:solidFill>
                  <a:srgbClr val="7030A0"/>
                </a:solidFill>
              </a:rPr>
              <a:t>&gt;</a:t>
            </a:r>
            <a:r>
              <a:rPr lang="en-US" sz="2000" dirty="0" err="1"/>
              <a:t>mein-projekt</a:t>
            </a:r>
            <a:r>
              <a:rPr lang="en-US" sz="2000" dirty="0">
                <a:solidFill>
                  <a:srgbClr val="7030A0"/>
                </a:solidFill>
              </a:rPr>
              <a:t>&lt;/</a:t>
            </a:r>
            <a:r>
              <a:rPr lang="en-US" sz="2000" dirty="0" err="1">
                <a:solidFill>
                  <a:srgbClr val="7030A0"/>
                </a:solidFill>
              </a:rPr>
              <a:t>artifactId</a:t>
            </a:r>
            <a:r>
              <a:rPr lang="en-US" sz="2000" dirty="0">
                <a:solidFill>
                  <a:srgbClr val="7030A0"/>
                </a:solidFill>
              </a:rPr>
              <a:t>&gt; </a:t>
            </a:r>
            <a:r>
              <a:rPr lang="en-US" sz="2000" dirty="0"/>
              <a:t>(Name </a:t>
            </a:r>
            <a:r>
              <a:rPr lang="en-US" sz="2000" dirty="0" err="1"/>
              <a:t>deines</a:t>
            </a:r>
            <a:r>
              <a:rPr lang="en-US" sz="2000" dirty="0"/>
              <a:t> </a:t>
            </a:r>
            <a:r>
              <a:rPr lang="en-US" sz="2000" dirty="0" err="1"/>
              <a:t>Projektes</a:t>
            </a:r>
            <a:r>
              <a:rPr lang="en-US" sz="2000" dirty="0"/>
              <a:t>) </a:t>
            </a:r>
            <a:r>
              <a:rPr lang="en-US" sz="2000" dirty="0">
                <a:solidFill>
                  <a:srgbClr val="7030A0"/>
                </a:solidFill>
              </a:rPr>
              <a:t>&lt;version&gt;</a:t>
            </a:r>
            <a:r>
              <a:rPr lang="en-US" sz="2000" dirty="0"/>
              <a:t>1.0.0</a:t>
            </a:r>
            <a:r>
              <a:rPr lang="en-US" sz="2000" dirty="0">
                <a:solidFill>
                  <a:srgbClr val="7030A0"/>
                </a:solidFill>
              </a:rPr>
              <a:t>&lt;/version&gt;</a:t>
            </a:r>
          </a:p>
          <a:p>
            <a:r>
              <a:rPr lang="en-US" sz="2000" dirty="0" err="1">
                <a:highlight>
                  <a:srgbClr val="FFFF00"/>
                </a:highlight>
              </a:rPr>
              <a:t>Typische</a:t>
            </a:r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dirty="0" err="1">
                <a:highlight>
                  <a:srgbClr val="FFFF00"/>
                </a:highlight>
              </a:rPr>
              <a:t>Schreibweise</a:t>
            </a:r>
            <a:r>
              <a:rPr lang="en-US" sz="2000" dirty="0">
                <a:highlight>
                  <a:srgbClr val="FFFF00"/>
                </a:highlight>
              </a:rPr>
              <a:t>:</a:t>
            </a:r>
          </a:p>
          <a:p>
            <a:r>
              <a:rPr lang="en-US" sz="2000" dirty="0"/>
              <a:t>1.0.0 → </a:t>
            </a:r>
            <a:r>
              <a:rPr lang="en-US" sz="2000" dirty="0" err="1"/>
              <a:t>erste</a:t>
            </a:r>
            <a:r>
              <a:rPr lang="en-US" sz="2000" dirty="0"/>
              <a:t> stabile Version</a:t>
            </a:r>
          </a:p>
          <a:p>
            <a:r>
              <a:rPr lang="en-US" sz="2000" dirty="0"/>
              <a:t>1.0.1 → Bugfix</a:t>
            </a:r>
          </a:p>
          <a:p>
            <a:r>
              <a:rPr lang="en-US" sz="2000" dirty="0"/>
              <a:t>2.0.0 → </a:t>
            </a:r>
            <a:r>
              <a:rPr lang="en-US" sz="2000" dirty="0" err="1"/>
              <a:t>größere</a:t>
            </a:r>
            <a:r>
              <a:rPr lang="en-US" sz="2000" dirty="0"/>
              <a:t> </a:t>
            </a:r>
            <a:r>
              <a:rPr lang="en-US" sz="2000" dirty="0" err="1"/>
              <a:t>Änderungen</a:t>
            </a:r>
            <a:endParaRPr lang="en-US" sz="2000" dirty="0"/>
          </a:p>
          <a:p>
            <a:r>
              <a:rPr lang="en-US" sz="2000" dirty="0" err="1">
                <a:solidFill>
                  <a:srgbClr val="002060"/>
                </a:solidFill>
              </a:rPr>
              <a:t>Manchmal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auch</a:t>
            </a:r>
            <a:r>
              <a:rPr lang="en-US" sz="2000" dirty="0">
                <a:solidFill>
                  <a:srgbClr val="002060"/>
                </a:solidFill>
              </a:rPr>
              <a:t>:</a:t>
            </a:r>
          </a:p>
          <a:p>
            <a:r>
              <a:rPr lang="en-US" sz="2000" dirty="0">
                <a:solidFill>
                  <a:srgbClr val="002060"/>
                </a:solidFill>
              </a:rPr>
              <a:t>1.0.0-SNAPSHOT → </a:t>
            </a:r>
            <a:r>
              <a:rPr lang="en-US" sz="2000" dirty="0" err="1">
                <a:solidFill>
                  <a:srgbClr val="002060"/>
                </a:solidFill>
              </a:rPr>
              <a:t>noch</a:t>
            </a:r>
            <a:r>
              <a:rPr lang="en-US" sz="2000" dirty="0">
                <a:solidFill>
                  <a:srgbClr val="002060"/>
                </a:solidFill>
              </a:rPr>
              <a:t> in </a:t>
            </a:r>
            <a:r>
              <a:rPr lang="en-US" sz="2000" dirty="0" err="1">
                <a:solidFill>
                  <a:srgbClr val="002060"/>
                </a:solidFill>
              </a:rPr>
              <a:t>Entwicklung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43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9ECC2-4E3E-34F8-7E2D-EA0EC357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Beispiel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BDF7E-28C5-0E83-D736-A98E1E8CC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Ich </a:t>
            </a:r>
            <a:r>
              <a:rPr lang="en-US" sz="2000" dirty="0" err="1"/>
              <a:t>veröffentliche</a:t>
            </a:r>
            <a:r>
              <a:rPr lang="en-US" sz="2000" dirty="0"/>
              <a:t> </a:t>
            </a:r>
            <a:r>
              <a:rPr lang="en-US" sz="2000" dirty="0" err="1"/>
              <a:t>ein</a:t>
            </a:r>
            <a:r>
              <a:rPr lang="en-US" sz="2000" dirty="0"/>
              <a:t> project -&gt; </a:t>
            </a:r>
            <a:r>
              <a:rPr lang="en-US" sz="2000" dirty="0" err="1"/>
              <a:t>dann</a:t>
            </a:r>
            <a:r>
              <a:rPr lang="en-US" sz="2000" dirty="0"/>
              <a:t> </a:t>
            </a:r>
            <a:r>
              <a:rPr lang="en-US" sz="2000" dirty="0" err="1"/>
              <a:t>kann</a:t>
            </a:r>
            <a:r>
              <a:rPr lang="en-US" sz="2000" dirty="0"/>
              <a:t> </a:t>
            </a:r>
            <a:r>
              <a:rPr lang="en-US" sz="2000" dirty="0" err="1"/>
              <a:t>jemand</a:t>
            </a:r>
            <a:r>
              <a:rPr lang="en-US" sz="2000" dirty="0"/>
              <a:t> </a:t>
            </a:r>
            <a:r>
              <a:rPr lang="en-US" sz="2000" dirty="0" err="1"/>
              <a:t>anderes</a:t>
            </a:r>
            <a:r>
              <a:rPr lang="en-US" sz="2000" dirty="0"/>
              <a:t> es so </a:t>
            </a:r>
            <a:r>
              <a:rPr lang="en-US" sz="2000" dirty="0" err="1"/>
              <a:t>nutzen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&lt;dependency&gt;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  &lt;</a:t>
            </a:r>
            <a:r>
              <a:rPr lang="en-US" sz="2000" dirty="0" err="1">
                <a:solidFill>
                  <a:srgbClr val="7030A0"/>
                </a:solidFill>
              </a:rPr>
              <a:t>groupId</a:t>
            </a:r>
            <a:r>
              <a:rPr lang="en-US" sz="2000" dirty="0">
                <a:solidFill>
                  <a:srgbClr val="7030A0"/>
                </a:solidFill>
              </a:rPr>
              <a:t>&gt;</a:t>
            </a:r>
            <a:r>
              <a:rPr lang="en-US" sz="2000" dirty="0" err="1">
                <a:solidFill>
                  <a:srgbClr val="7030A0"/>
                </a:solidFill>
              </a:rPr>
              <a:t>com.example</a:t>
            </a:r>
            <a:r>
              <a:rPr lang="en-US" sz="2000" dirty="0">
                <a:solidFill>
                  <a:srgbClr val="7030A0"/>
                </a:solidFill>
              </a:rPr>
              <a:t>&lt;/</a:t>
            </a:r>
            <a:r>
              <a:rPr lang="en-US" sz="2000" dirty="0" err="1">
                <a:solidFill>
                  <a:srgbClr val="7030A0"/>
                </a:solidFill>
              </a:rPr>
              <a:t>groupId</a:t>
            </a:r>
            <a:r>
              <a:rPr lang="en-US" sz="2000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  &lt;</a:t>
            </a:r>
            <a:r>
              <a:rPr lang="en-US" sz="2000" dirty="0" err="1">
                <a:solidFill>
                  <a:srgbClr val="7030A0"/>
                </a:solidFill>
              </a:rPr>
              <a:t>artifactId</a:t>
            </a:r>
            <a:r>
              <a:rPr lang="en-US" sz="2000" dirty="0">
                <a:solidFill>
                  <a:srgbClr val="7030A0"/>
                </a:solidFill>
              </a:rPr>
              <a:t>&gt;</a:t>
            </a:r>
            <a:r>
              <a:rPr lang="en-US" sz="2000" dirty="0" err="1">
                <a:solidFill>
                  <a:srgbClr val="7030A0"/>
                </a:solidFill>
              </a:rPr>
              <a:t>mein-projekt</a:t>
            </a:r>
            <a:r>
              <a:rPr lang="en-US" sz="2000" dirty="0">
                <a:solidFill>
                  <a:srgbClr val="7030A0"/>
                </a:solidFill>
              </a:rPr>
              <a:t>&lt;/</a:t>
            </a:r>
            <a:r>
              <a:rPr lang="en-US" sz="2000" dirty="0" err="1">
                <a:solidFill>
                  <a:srgbClr val="7030A0"/>
                </a:solidFill>
              </a:rPr>
              <a:t>artifactId</a:t>
            </a:r>
            <a:r>
              <a:rPr lang="en-US" sz="2000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  &lt;version&gt;1.0.0&lt;/version&gt;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1203946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2004-3978-B2BC-622E-0F75E87B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Lombok in Maven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3B0D0-B862-F472-5783-948CF393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041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&lt;dependency&gt;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&lt;</a:t>
            </a:r>
            <a:r>
              <a:rPr lang="en-US" dirty="0" err="1">
                <a:solidFill>
                  <a:srgbClr val="7030A0"/>
                </a:solidFill>
              </a:rPr>
              <a:t>groupId</a:t>
            </a:r>
            <a:r>
              <a:rPr lang="en-US" dirty="0">
                <a:solidFill>
                  <a:srgbClr val="7030A0"/>
                </a:solidFill>
              </a:rPr>
              <a:t>&gt;</a:t>
            </a:r>
            <a:r>
              <a:rPr lang="en-US" dirty="0" err="1">
                <a:solidFill>
                  <a:srgbClr val="7030A0"/>
                </a:solidFill>
              </a:rPr>
              <a:t>org.projectlombok</a:t>
            </a:r>
            <a:r>
              <a:rPr lang="en-US" dirty="0">
                <a:solidFill>
                  <a:srgbClr val="7030A0"/>
                </a:solidFill>
              </a:rPr>
              <a:t>&lt;/</a:t>
            </a:r>
            <a:r>
              <a:rPr lang="en-US" dirty="0" err="1">
                <a:solidFill>
                  <a:srgbClr val="7030A0"/>
                </a:solidFill>
              </a:rPr>
              <a:t>groupId</a:t>
            </a:r>
            <a:r>
              <a:rPr lang="en-US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&lt;</a:t>
            </a:r>
            <a:r>
              <a:rPr lang="en-US" dirty="0" err="1">
                <a:solidFill>
                  <a:srgbClr val="7030A0"/>
                </a:solidFill>
              </a:rPr>
              <a:t>artifactId</a:t>
            </a:r>
            <a:r>
              <a:rPr lang="en-US" dirty="0">
                <a:solidFill>
                  <a:srgbClr val="7030A0"/>
                </a:solidFill>
              </a:rPr>
              <a:t>&gt;</a:t>
            </a:r>
            <a:r>
              <a:rPr lang="en-US" dirty="0" err="1">
                <a:solidFill>
                  <a:srgbClr val="7030A0"/>
                </a:solidFill>
              </a:rPr>
              <a:t>lombok</a:t>
            </a:r>
            <a:r>
              <a:rPr lang="en-US" dirty="0">
                <a:solidFill>
                  <a:srgbClr val="7030A0"/>
                </a:solidFill>
              </a:rPr>
              <a:t>&lt;/</a:t>
            </a:r>
            <a:r>
              <a:rPr lang="en-US" dirty="0" err="1">
                <a:solidFill>
                  <a:srgbClr val="7030A0"/>
                </a:solidFill>
              </a:rPr>
              <a:t>artifactId</a:t>
            </a:r>
            <a:r>
              <a:rPr lang="en-US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&lt;version&gt;1.18.30&lt;/version&gt;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&lt;scope&gt;</a:t>
            </a:r>
            <a:r>
              <a:rPr lang="en-US" dirty="0">
                <a:solidFill>
                  <a:srgbClr val="0070C0"/>
                </a:solidFill>
              </a:rPr>
              <a:t>provided</a:t>
            </a:r>
            <a:r>
              <a:rPr lang="en-US" dirty="0">
                <a:solidFill>
                  <a:srgbClr val="7030A0"/>
                </a:solidFill>
              </a:rPr>
              <a:t>&lt;/scope&gt;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Wird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zur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Kompilierung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benötigt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&lt;/dependency&gt;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1DCC5-9678-EF84-A02B-A61AF38AF884}"/>
              </a:ext>
            </a:extLst>
          </p:cNvPr>
          <p:cNvSpPr txBox="1"/>
          <p:nvPr/>
        </p:nvSpPr>
        <p:spPr>
          <a:xfrm>
            <a:off x="6773143" y="3264912"/>
            <a:ext cx="61049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lombok.Getter</a:t>
            </a:r>
            <a:r>
              <a:rPr lang="en-US" sz="2400" dirty="0"/>
              <a:t>;</a:t>
            </a:r>
          </a:p>
          <a:p>
            <a:r>
              <a:rPr lang="en-US" sz="2400" dirty="0"/>
              <a:t>import </a:t>
            </a:r>
            <a:r>
              <a:rPr lang="en-US" sz="2400" dirty="0" err="1"/>
              <a:t>lombok.Setter</a:t>
            </a:r>
            <a:r>
              <a:rPr lang="en-US" sz="2400" dirty="0"/>
              <a:t>;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accent2"/>
                </a:solidFill>
              </a:rPr>
              <a:t>@Getter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@Setter</a:t>
            </a:r>
          </a:p>
          <a:p>
            <a:r>
              <a:rPr lang="en-US" sz="2400" dirty="0"/>
              <a:t>public class User {</a:t>
            </a:r>
          </a:p>
          <a:p>
            <a:r>
              <a:rPr lang="en-US" sz="2400" dirty="0"/>
              <a:t>    private String name;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898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7CC27-DA97-1D98-E534-AE3AC0A8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Aufgaben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8B6D-0EC1-F7AC-77AD-7DAB63F4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Erstellt</a:t>
            </a:r>
            <a:r>
              <a:rPr lang="en-US" sz="2000" dirty="0"/>
              <a:t> </a:t>
            </a:r>
            <a:r>
              <a:rPr lang="en-US" sz="2000" dirty="0" err="1"/>
              <a:t>jetzt</a:t>
            </a:r>
            <a:r>
              <a:rPr lang="en-US" sz="2000" dirty="0"/>
              <a:t> </a:t>
            </a:r>
            <a:r>
              <a:rPr lang="en-US" sz="2000" dirty="0" err="1"/>
              <a:t>ein</a:t>
            </a:r>
            <a:r>
              <a:rPr lang="en-US" sz="2000" dirty="0"/>
              <a:t> </a:t>
            </a:r>
            <a:r>
              <a:rPr lang="en-US" sz="2000" dirty="0" err="1"/>
              <a:t>neues</a:t>
            </a:r>
            <a:r>
              <a:rPr lang="en-US" sz="2000" dirty="0"/>
              <a:t> Projekt in IntelliJ. Beim </a:t>
            </a:r>
            <a:r>
              <a:rPr lang="en-US" sz="2000" dirty="0" err="1"/>
              <a:t>Erstellen</a:t>
            </a:r>
            <a:r>
              <a:rPr lang="en-US" sz="2000" dirty="0"/>
              <a:t> </a:t>
            </a:r>
            <a:r>
              <a:rPr lang="en-US" sz="2000" dirty="0" err="1"/>
              <a:t>gibt</a:t>
            </a:r>
            <a:r>
              <a:rPr lang="en-US" sz="2000" dirty="0"/>
              <a:t> es die Option 'Maven' </a:t>
            </a:r>
            <a:r>
              <a:rPr lang="en-US" sz="2000" dirty="0" err="1"/>
              <a:t>als</a:t>
            </a:r>
            <a:r>
              <a:rPr lang="en-US" sz="2000" dirty="0"/>
              <a:t> Build System – </a:t>
            </a:r>
            <a:r>
              <a:rPr lang="en-US" sz="2000" dirty="0" err="1"/>
              <a:t>wählt</a:t>
            </a:r>
            <a:r>
              <a:rPr lang="en-US" sz="2000" dirty="0"/>
              <a:t> das </a:t>
            </a:r>
            <a:r>
              <a:rPr lang="en-US" sz="2000" dirty="0" err="1"/>
              <a:t>aus</a:t>
            </a:r>
            <a:endParaRPr lang="en-US" sz="2000" dirty="0"/>
          </a:p>
          <a:p>
            <a:r>
              <a:rPr lang="en-US" sz="2000" dirty="0" err="1"/>
              <a:t>Öffnen</a:t>
            </a:r>
            <a:r>
              <a:rPr lang="en-US" sz="2000" dirty="0"/>
              <a:t> Sie </a:t>
            </a:r>
            <a:r>
              <a:rPr lang="en-US" sz="2000" dirty="0" err="1"/>
              <a:t>dass</a:t>
            </a:r>
            <a:r>
              <a:rPr lang="en-US" sz="2000" dirty="0"/>
              <a:t> Maven-Repository. Dort </a:t>
            </a:r>
            <a:r>
              <a:rPr lang="en-US" sz="2000" dirty="0" err="1"/>
              <a:t>finden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zwei</a:t>
            </a:r>
            <a:r>
              <a:rPr lang="en-US" sz="2000" dirty="0"/>
              <a:t> Libraries, die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jetzt</a:t>
            </a:r>
            <a:r>
              <a:rPr lang="en-US" sz="2000" dirty="0"/>
              <a:t> in </a:t>
            </a:r>
            <a:r>
              <a:rPr lang="en-US" sz="2000" dirty="0" err="1"/>
              <a:t>unserem</a:t>
            </a:r>
            <a:r>
              <a:rPr lang="en-US" sz="2000" dirty="0"/>
              <a:t> Code </a:t>
            </a:r>
            <a:r>
              <a:rPr lang="en-US" sz="2000" dirty="0" err="1"/>
              <a:t>verwenden</a:t>
            </a:r>
            <a:r>
              <a:rPr lang="en-US" sz="2000" dirty="0"/>
              <a:t> </a:t>
            </a:r>
            <a:r>
              <a:rPr lang="en-US" sz="2000" dirty="0" err="1"/>
              <a:t>wollen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0070C0"/>
                </a:solidFill>
              </a:rPr>
              <a:t>Lombok und JUnit. </a:t>
            </a:r>
          </a:p>
          <a:p>
            <a:r>
              <a:rPr lang="en-US" sz="2000" dirty="0"/>
              <a:t>Maven Repository (</a:t>
            </a:r>
            <a:r>
              <a:rPr lang="en-US" sz="2000" dirty="0" err="1"/>
              <a:t>mvnrepository.com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Erstelle</a:t>
            </a:r>
            <a:r>
              <a:rPr lang="en-US" sz="2000" dirty="0"/>
              <a:t> </a:t>
            </a:r>
            <a:r>
              <a:rPr lang="en-US" sz="2000" dirty="0" err="1"/>
              <a:t>eine</a:t>
            </a:r>
            <a:r>
              <a:rPr lang="en-US" sz="2000" dirty="0"/>
              <a:t> Klasse Haus in der du Lombok </a:t>
            </a:r>
            <a:r>
              <a:rPr lang="en-US" sz="2000" dirty="0" err="1"/>
              <a:t>benutzt</a:t>
            </a:r>
            <a:r>
              <a:rPr lang="en-US" sz="2000" dirty="0"/>
              <a:t> und </a:t>
            </a:r>
            <a:r>
              <a:rPr lang="en-US" sz="2000" dirty="0" err="1"/>
              <a:t>damit</a:t>
            </a:r>
            <a:r>
              <a:rPr lang="en-US" sz="2000" dirty="0"/>
              <a:t> </a:t>
            </a:r>
            <a:r>
              <a:rPr lang="en-US" sz="2000" dirty="0" err="1"/>
              <a:t>automatisch</a:t>
            </a:r>
            <a:r>
              <a:rPr lang="en-US" sz="2000" dirty="0"/>
              <a:t> </a:t>
            </a:r>
            <a:r>
              <a:rPr lang="en-US" sz="2000" dirty="0" err="1"/>
              <a:t>eine</a:t>
            </a:r>
            <a:r>
              <a:rPr lang="en-US" sz="2000" dirty="0"/>
              <a:t> </a:t>
            </a:r>
            <a:r>
              <a:rPr lang="en-US" sz="2000" dirty="0" err="1"/>
              <a:t>toString</a:t>
            </a:r>
            <a:r>
              <a:rPr lang="en-US" sz="2000" dirty="0"/>
              <a:t> Methode, </a:t>
            </a:r>
            <a:r>
              <a:rPr lang="en-US" sz="2000" dirty="0" err="1"/>
              <a:t>einen</a:t>
            </a:r>
            <a:r>
              <a:rPr lang="en-US" sz="2000" dirty="0"/>
              <a:t> </a:t>
            </a:r>
            <a:r>
              <a:rPr lang="en-US" sz="2000" dirty="0" err="1"/>
              <a:t>Konstruktor</a:t>
            </a:r>
            <a:r>
              <a:rPr lang="en-US" sz="2000" dirty="0"/>
              <a:t> und Getter und Setter </a:t>
            </a:r>
            <a:r>
              <a:rPr lang="en-US" sz="2000" dirty="0" err="1"/>
              <a:t>erstellst</a:t>
            </a:r>
            <a:r>
              <a:rPr lang="en-US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02305-00FF-A6E0-4981-AA9EA786B7E4}"/>
              </a:ext>
            </a:extLst>
          </p:cNvPr>
          <p:cNvSpPr txBox="1"/>
          <p:nvPr/>
        </p:nvSpPr>
        <p:spPr>
          <a:xfrm>
            <a:off x="459350" y="6194130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https://mvnrepository.com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086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05E29-1071-139A-3C31-E107DA7E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52AB0-077F-3E32-FD0F-B9E28187F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/>
              <a:t>Unit-Tests:</a:t>
            </a:r>
            <a:r>
              <a:rPr lang="en-US" sz="2000"/>
              <a:t> untersuchen einen bestimmten Teil des Codes, z. B. eine Methode oder Klasse</a:t>
            </a:r>
            <a:endParaRPr lang="en-US" sz="2000" b="1"/>
          </a:p>
          <a:p>
            <a:r>
              <a:rPr lang="en-US" sz="2000" b="1"/>
              <a:t>Integrationstests:</a:t>
            </a:r>
            <a:r>
              <a:rPr lang="en-US" sz="2000"/>
              <a:t> untersuchen das Zusammenspiel mehrerer Komponenten des Systems</a:t>
            </a:r>
          </a:p>
          <a:p>
            <a:r>
              <a:rPr lang="en-US" sz="2000" b="1"/>
              <a:t>Systemtests:</a:t>
            </a:r>
            <a:r>
              <a:rPr lang="en-US" sz="2000"/>
              <a:t> untersuchen das gesamte System</a:t>
            </a:r>
          </a:p>
        </p:txBody>
      </p:sp>
    </p:spTree>
    <p:extLst>
      <p:ext uri="{BB962C8B-B14F-4D97-AF65-F5344CB8AC3E}">
        <p14:creationId xmlns:p14="http://schemas.microsoft.com/office/powerpoint/2010/main" val="107790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1E4CD1-6ECF-4F7C-2ADD-77F43F6D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04F3B4-2E49-94FB-3D7F-9AF34381D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786" y="395878"/>
            <a:ext cx="8758428" cy="455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0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2E814-BD87-44FC-2228-BE6A7CD4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Junit good to know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B9EDE-515E-1DEB-A619-A3EE1836E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1885278"/>
            <a:ext cx="11558478" cy="4678183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@DisplayName:</a:t>
            </a:r>
            <a:r>
              <a:rPr lang="en-US" sz="2000" dirty="0"/>
              <a:t> </a:t>
            </a:r>
            <a:r>
              <a:rPr lang="en-US" sz="2000" dirty="0" err="1"/>
              <a:t>ändert</a:t>
            </a:r>
            <a:r>
              <a:rPr lang="en-US" sz="2000" dirty="0"/>
              <a:t> den </a:t>
            </a:r>
            <a:r>
              <a:rPr lang="en-US" sz="2000" dirty="0" err="1"/>
              <a:t>angezeigten</a:t>
            </a:r>
            <a:r>
              <a:rPr lang="en-US" sz="2000" dirty="0"/>
              <a:t> Namen </a:t>
            </a:r>
            <a:r>
              <a:rPr lang="en-US" sz="2000" dirty="0" err="1"/>
              <a:t>eines</a:t>
            </a:r>
            <a:r>
              <a:rPr lang="en-US" sz="2000" dirty="0"/>
              <a:t> Tests (Standard </a:t>
            </a:r>
            <a:r>
              <a:rPr lang="en-US" sz="2000" dirty="0" err="1"/>
              <a:t>ist</a:t>
            </a:r>
            <a:r>
              <a:rPr lang="en-US" sz="2000" dirty="0"/>
              <a:t> der </a:t>
            </a:r>
            <a:r>
              <a:rPr lang="en-US" sz="2000" dirty="0" err="1"/>
              <a:t>Methodenname</a:t>
            </a:r>
            <a:r>
              <a:rPr lang="en-US" sz="2000" dirty="0"/>
              <a:t>)</a:t>
            </a:r>
          </a:p>
          <a:p>
            <a:r>
              <a:rPr lang="en-US" sz="2000" b="1" dirty="0"/>
              <a:t>@</a:t>
            </a:r>
            <a:r>
              <a:rPr lang="en-US" sz="2000" b="1" dirty="0" err="1"/>
              <a:t>BeforeAll</a:t>
            </a:r>
            <a:r>
              <a:rPr lang="en-US" sz="2000" b="1" dirty="0"/>
              <a:t>:</a:t>
            </a:r>
            <a:r>
              <a:rPr lang="en-US" sz="2000" dirty="0"/>
              <a:t> </a:t>
            </a:r>
            <a:r>
              <a:rPr lang="en-US" sz="2000" dirty="0" err="1"/>
              <a:t>führt</a:t>
            </a:r>
            <a:r>
              <a:rPr lang="en-US" sz="2000" dirty="0"/>
              <a:t> </a:t>
            </a:r>
            <a:r>
              <a:rPr lang="en-US" sz="2000" dirty="0" err="1"/>
              <a:t>eine</a:t>
            </a:r>
            <a:r>
              <a:rPr lang="en-US" sz="2000" dirty="0"/>
              <a:t> Methode </a:t>
            </a:r>
            <a:r>
              <a:rPr lang="en-US" sz="2000" b="1" dirty="0" err="1"/>
              <a:t>einmal</a:t>
            </a:r>
            <a:r>
              <a:rPr lang="en-US" sz="2000" b="1" dirty="0"/>
              <a:t> </a:t>
            </a:r>
            <a:r>
              <a:rPr lang="en-US" sz="2000" b="1" dirty="0" err="1"/>
              <a:t>vor</a:t>
            </a:r>
            <a:r>
              <a:rPr lang="en-US" sz="2000" b="1" dirty="0"/>
              <a:t> </a:t>
            </a:r>
            <a:r>
              <a:rPr lang="en-US" sz="2000" b="1" dirty="0" err="1"/>
              <a:t>allen</a:t>
            </a:r>
            <a:r>
              <a:rPr lang="en-US" sz="2000" b="1" dirty="0"/>
              <a:t> Tests</a:t>
            </a:r>
            <a:r>
              <a:rPr lang="en-US" sz="2000" dirty="0"/>
              <a:t> in </a:t>
            </a:r>
            <a:r>
              <a:rPr lang="en-US" sz="2000" dirty="0" err="1"/>
              <a:t>dieser</a:t>
            </a:r>
            <a:r>
              <a:rPr lang="en-US" sz="2000" dirty="0"/>
              <a:t> Klasse </a:t>
            </a:r>
            <a:r>
              <a:rPr lang="en-US" sz="2000" dirty="0" err="1"/>
              <a:t>aus</a:t>
            </a:r>
            <a:r>
              <a:rPr lang="en-US" sz="2000" dirty="0"/>
              <a:t> (muss </a:t>
            </a:r>
            <a:r>
              <a:rPr lang="en-US" sz="2000" dirty="0" err="1"/>
              <a:t>zur</a:t>
            </a:r>
            <a:r>
              <a:rPr lang="en-US" sz="2000" dirty="0"/>
              <a:t> Klasse </a:t>
            </a:r>
            <a:r>
              <a:rPr lang="en-US" sz="2000" dirty="0" err="1"/>
              <a:t>gehören</a:t>
            </a:r>
            <a:r>
              <a:rPr lang="en-US" sz="2000" dirty="0"/>
              <a:t>, also static sein)</a:t>
            </a:r>
          </a:p>
          <a:p>
            <a:r>
              <a:rPr lang="en-US" sz="2000" b="1" dirty="0"/>
              <a:t>@</a:t>
            </a:r>
            <a:r>
              <a:rPr lang="en-US" sz="2000" b="1" dirty="0" err="1"/>
              <a:t>BeforeEach</a:t>
            </a:r>
            <a:r>
              <a:rPr lang="en-US" sz="2000" b="1" dirty="0"/>
              <a:t>:</a:t>
            </a:r>
            <a:r>
              <a:rPr lang="en-US" sz="2000" dirty="0"/>
              <a:t> </a:t>
            </a:r>
            <a:r>
              <a:rPr lang="en-US" sz="2000" dirty="0" err="1"/>
              <a:t>führt</a:t>
            </a:r>
            <a:r>
              <a:rPr lang="en-US" sz="2000" dirty="0"/>
              <a:t> </a:t>
            </a:r>
            <a:r>
              <a:rPr lang="en-US" sz="2000" dirty="0" err="1"/>
              <a:t>eine</a:t>
            </a:r>
            <a:r>
              <a:rPr lang="en-US" sz="2000" dirty="0"/>
              <a:t> Methode </a:t>
            </a:r>
            <a:r>
              <a:rPr lang="en-US" sz="2000" b="1" dirty="0" err="1"/>
              <a:t>vor</a:t>
            </a:r>
            <a:r>
              <a:rPr lang="en-US" sz="2000" b="1" dirty="0"/>
              <a:t> </a:t>
            </a:r>
            <a:r>
              <a:rPr lang="en-US" sz="2000" b="1" dirty="0" err="1"/>
              <a:t>jedem</a:t>
            </a:r>
            <a:r>
              <a:rPr lang="en-US" sz="2000" b="1" dirty="0"/>
              <a:t> </a:t>
            </a:r>
            <a:r>
              <a:rPr lang="en-US" sz="2000" b="1" dirty="0" err="1"/>
              <a:t>einzelnen</a:t>
            </a:r>
            <a:r>
              <a:rPr lang="en-US" sz="2000" b="1" dirty="0"/>
              <a:t> Test</a:t>
            </a:r>
            <a:r>
              <a:rPr lang="en-US" sz="2000" dirty="0"/>
              <a:t> </a:t>
            </a:r>
            <a:r>
              <a:rPr lang="en-US" sz="2000" dirty="0" err="1"/>
              <a:t>aus</a:t>
            </a:r>
            <a:endParaRPr lang="en-US" sz="2000" dirty="0"/>
          </a:p>
          <a:p>
            <a:r>
              <a:rPr lang="en-US" sz="2000" b="1" dirty="0"/>
              <a:t>@Order(int num):</a:t>
            </a:r>
            <a:r>
              <a:rPr lang="en-US" sz="2000" dirty="0"/>
              <a:t> </a:t>
            </a:r>
            <a:r>
              <a:rPr lang="en-US" sz="2000" dirty="0" err="1"/>
              <a:t>legt</a:t>
            </a:r>
            <a:r>
              <a:rPr lang="en-US" sz="2000" dirty="0"/>
              <a:t> fest, in </a:t>
            </a:r>
            <a:r>
              <a:rPr lang="en-US" sz="2000" dirty="0" err="1"/>
              <a:t>welcher</a:t>
            </a:r>
            <a:r>
              <a:rPr lang="en-US" sz="2000" dirty="0"/>
              <a:t> </a:t>
            </a:r>
            <a:r>
              <a:rPr lang="en-US" sz="2000" dirty="0" err="1"/>
              <a:t>Reihenfolge</a:t>
            </a:r>
            <a:r>
              <a:rPr lang="en-US" sz="2000" dirty="0"/>
              <a:t> die Tests </a:t>
            </a:r>
            <a:r>
              <a:rPr lang="en-US" sz="2000" dirty="0" err="1"/>
              <a:t>ausgeführt</a:t>
            </a:r>
            <a:r>
              <a:rPr lang="en-US" sz="2000" dirty="0"/>
              <a:t> </a:t>
            </a:r>
            <a:r>
              <a:rPr lang="en-US" sz="2000" b="1" dirty="0">
                <a:highlight>
                  <a:srgbClr val="00FFFF"/>
                </a:highlight>
              </a:rPr>
              <a:t>@</a:t>
            </a:r>
            <a:r>
              <a:rPr lang="en-US" sz="2000" b="1" dirty="0" err="1">
                <a:highlight>
                  <a:srgbClr val="00FFFF"/>
                </a:highlight>
              </a:rPr>
              <a:t>TestMethodOrder</a:t>
            </a:r>
            <a:r>
              <a:rPr lang="en-US" sz="2000" b="1" dirty="0">
                <a:highlight>
                  <a:srgbClr val="00FFFF"/>
                </a:highlight>
              </a:rPr>
              <a:t>(</a:t>
            </a:r>
            <a:r>
              <a:rPr lang="en-US" sz="2000" b="1" dirty="0" err="1">
                <a:highlight>
                  <a:srgbClr val="00FFFF"/>
                </a:highlight>
              </a:rPr>
              <a:t>MethodOrderer.OrderAnnotation.class</a:t>
            </a:r>
            <a:r>
              <a:rPr lang="en-US" sz="2000" b="1" dirty="0">
                <a:highlight>
                  <a:srgbClr val="00FFFF"/>
                </a:highlight>
              </a:rPr>
              <a:t>) </a:t>
            </a:r>
            <a:r>
              <a:rPr lang="en-US" sz="2000" dirty="0">
                <a:highlight>
                  <a:srgbClr val="00FFFF"/>
                </a:highlight>
              </a:rPr>
              <a:t>das muss </a:t>
            </a:r>
            <a:r>
              <a:rPr lang="en-US" sz="2000" dirty="0" err="1">
                <a:highlight>
                  <a:srgbClr val="00FFFF"/>
                </a:highlight>
              </a:rPr>
              <a:t>dann</a:t>
            </a:r>
            <a:r>
              <a:rPr lang="en-US" sz="2000" dirty="0">
                <a:highlight>
                  <a:srgbClr val="00FFFF"/>
                </a:highlight>
              </a:rPr>
              <a:t> </a:t>
            </a:r>
            <a:r>
              <a:rPr lang="en-US" sz="2000" dirty="0" err="1">
                <a:highlight>
                  <a:srgbClr val="00FFFF"/>
                </a:highlight>
              </a:rPr>
              <a:t>über</a:t>
            </a:r>
            <a:r>
              <a:rPr lang="en-US" sz="2000" dirty="0">
                <a:highlight>
                  <a:srgbClr val="00FFFF"/>
                </a:highlight>
              </a:rPr>
              <a:t> der Klasse </a:t>
            </a:r>
            <a:r>
              <a:rPr lang="en-US" sz="2000" dirty="0" err="1">
                <a:highlight>
                  <a:srgbClr val="00FFFF"/>
                </a:highlight>
              </a:rPr>
              <a:t>stehen</a:t>
            </a:r>
            <a:endParaRPr lang="en-US" sz="2000" dirty="0">
              <a:highlight>
                <a:srgbClr val="00FFFF"/>
              </a:highlight>
            </a:endParaRP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err="1">
                <a:highlight>
                  <a:srgbClr val="FFFF00"/>
                </a:highlight>
              </a:rPr>
              <a:t>asserEquals</a:t>
            </a:r>
            <a:r>
              <a:rPr lang="en-US" sz="2000" dirty="0">
                <a:highlight>
                  <a:srgbClr val="FFFF00"/>
                </a:highlight>
              </a:rPr>
              <a:t>(expected, Methode)</a:t>
            </a:r>
          </a:p>
          <a:p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dirty="0" err="1">
                <a:highlight>
                  <a:srgbClr val="FFFF00"/>
                </a:highlight>
              </a:rPr>
              <a:t>assertTrue</a:t>
            </a:r>
            <a:r>
              <a:rPr lang="en-US" sz="2000" dirty="0">
                <a:highlight>
                  <a:srgbClr val="FFFF00"/>
                </a:highlight>
              </a:rPr>
              <a:t>(value)</a:t>
            </a:r>
          </a:p>
          <a:p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dirty="0" err="1">
                <a:highlight>
                  <a:srgbClr val="FFFF00"/>
                </a:highlight>
              </a:rPr>
              <a:t>assertFalse</a:t>
            </a:r>
            <a:r>
              <a:rPr lang="en-US" sz="2000" dirty="0">
                <a:highlight>
                  <a:srgbClr val="FFFF00"/>
                </a:highlight>
              </a:rPr>
              <a:t>(value)</a:t>
            </a:r>
          </a:p>
          <a:p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dirty="0" err="1">
                <a:highlight>
                  <a:srgbClr val="FFFF00"/>
                </a:highlight>
              </a:rPr>
              <a:t>assertNull</a:t>
            </a:r>
            <a:r>
              <a:rPr lang="en-US" sz="2000" dirty="0">
                <a:highlight>
                  <a:srgbClr val="FFFF00"/>
                </a:highlight>
              </a:rPr>
              <a:t>(value)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9400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B410-E797-3A1F-5994-48152E37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JUnit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12721-0877-70BB-645B-5AD08F1F7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889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>
                <a:solidFill>
                  <a:srgbClr val="0070C0"/>
                </a:solidFill>
              </a:rPr>
              <a:t>CalculatorTest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private Calculator </a:t>
            </a:r>
            <a:r>
              <a:rPr lang="en-US" dirty="0">
                <a:solidFill>
                  <a:srgbClr val="7030A0"/>
                </a:solidFill>
              </a:rPr>
              <a:t>calc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@</a:t>
            </a:r>
            <a:r>
              <a:rPr lang="en-US" dirty="0" err="1">
                <a:highlight>
                  <a:srgbClr val="FFFF00"/>
                </a:highlight>
              </a:rPr>
              <a:t>BeforeEach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init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calc = new </a:t>
            </a:r>
            <a:r>
              <a:rPr lang="en-US" dirty="0" err="1"/>
              <a:t>CalculatorImpl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0EA5F-9AFA-41E5-D688-97B2CEB4AAC2}"/>
              </a:ext>
            </a:extLst>
          </p:cNvPr>
          <p:cNvSpPr txBox="1"/>
          <p:nvPr/>
        </p:nvSpPr>
        <p:spPr>
          <a:xfrm>
            <a:off x="6908104" y="2690336"/>
            <a:ext cx="61001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@Test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@DisplayName("1+2=3")</a:t>
            </a:r>
          </a:p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dirty="0" err="1"/>
              <a:t>testAdd</a:t>
            </a:r>
            <a:r>
              <a:rPr lang="en-US" sz="2000" dirty="0"/>
              <a:t>() {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accent3"/>
                </a:solidFill>
              </a:rPr>
              <a:t>assertEquals</a:t>
            </a:r>
            <a:r>
              <a:rPr lang="en-US" sz="2000" dirty="0"/>
              <a:t>(3, </a:t>
            </a:r>
            <a:r>
              <a:rPr lang="en-US" sz="2000" dirty="0" err="1"/>
              <a:t>calc.add</a:t>
            </a:r>
            <a:r>
              <a:rPr lang="en-US" sz="2000" dirty="0"/>
              <a:t>(1, 2));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2228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GitHUb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Code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kommt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später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8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8152</TotalTime>
  <Words>499</Words>
  <Application>Microsoft Macintosh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Anwendungssysteme</vt:lpstr>
      <vt:lpstr>TODO</vt:lpstr>
      <vt:lpstr>Aufgabe zu Reflection</vt:lpstr>
      <vt:lpstr>PowerPoint Presentation</vt:lpstr>
      <vt:lpstr>Maven</vt:lpstr>
      <vt:lpstr>POM.xml (Herzstück) </vt:lpstr>
      <vt:lpstr>Beispiel </vt:lpstr>
      <vt:lpstr>Lombok in Maven </vt:lpstr>
      <vt:lpstr>Aufgaben</vt:lpstr>
      <vt:lpstr>Testing</vt:lpstr>
      <vt:lpstr>PowerPoint Presentation</vt:lpstr>
      <vt:lpstr>Junit good to know </vt:lpstr>
      <vt:lpstr>Example: JUnit 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2026-04-30T13:37:28Z</dcterms:created>
  <dcterms:modified xsi:type="dcterms:W3CDTF">2026-05-14T10:47:12Z</dcterms:modified>
</cp:coreProperties>
</file>